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75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03120"/>
            <a:ext cx="7315200" cy="7315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188720"/>
            <a:ext cx="5486400" cy="54864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-274320"/>
            <a:ext cx="3657600" cy="3657600"/>
          </a:xfrm>
          <a:prstGeom prst="ellipse">
            <a:avLst/>
          </a:prstGeom>
          <a:solidFill>
            <a:srgbClr val="8FD9C4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Drone-based mapping system generates 3D terrain models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Multi-View Geometry  •  Binocular Vision  •  Image Formation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9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Cheredla Jasvina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9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Reg. No: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192324026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DSA0201 – Computer Vision with OpenCV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Drone Photos to 3D Terrain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920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Image Formation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camera shot converts 3D light from the terrain into a 2D pixel image.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77640" y="3520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3390" y="152908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46420" y="1920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6464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Binocular / Stereo Vision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overlapping views from nearby drone positions give depth by disparity.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26680" y="3520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95460" y="1920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39546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75320" y="2834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Multi-View Geometry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66760" y="352044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Many overlapping images across the flight path are combined to reconstruct full 3D terrain.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1654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A. Multi-View Geometry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Multi-view geometry </a:t>
            </a:r>
            <a:r>
              <a:rPr lang="en-US" sz="14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studies how a single 3D scene projects onto multiple 2D images taken from different camera positions - exactly what happens as a drone flies over terrain, capturing overlapping photos.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F2F5F7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394960"/>
            <a:ext cx="5303520" cy="0"/>
          </a:xfrm>
          <a:prstGeom prst="line">
            <a:avLst/>
          </a:prstGeom>
          <a:noFill/>
          <a:ln w="25400">
            <a:solidFill>
              <a:srgbClr val="9AA9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Terrain surface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11296" y="506577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519379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 (terrain point)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 rot="10800000">
            <a:off x="1371600" y="2468880"/>
            <a:ext cx="36576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176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 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554480" y="2743200"/>
            <a:ext cx="2011680" cy="237744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rot="10800000">
            <a:off x="3337560" y="2240280"/>
            <a:ext cx="36576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947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 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20440" y="2514600"/>
            <a:ext cx="45720" cy="260604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rot="10800000">
            <a:off x="5303520" y="2468880"/>
            <a:ext cx="36576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176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 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0" y="2743200"/>
            <a:ext cx="0" cy="237744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858000" y="2066544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93852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pose estimation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86600" y="2231136"/>
            <a:ext cx="4526280" cy="378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Recovers each camera's position &amp; orientation as the drone moves.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0" y="2980944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077722" y="286180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Epipolar geometry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31455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Constrains where a point in one image can appear in another.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0" y="3895344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376732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Triangulation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86600" y="40599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Intersects rays from 2+ views to compute the 3D coordinates of a terrain point.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858000" y="4809744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468172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 from Motion (SfM)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86600" y="49743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all overlapping images into one consistent 3D point cloud.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Multi-View Geometry in the Mapping Pipeline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276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4A7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9808" y="21488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Drone flies a grid pattern, taking overlapping photos (60–80% overlap).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54680" y="2606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›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6276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4A7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84448" y="21488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Matching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84448" y="265176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Common ground features (rocks, roads, corners) are matched across images.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89320" y="2606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›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  <a:effectLst>
            <a:outerShdw blurRad="63500" dist="254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6276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4A7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19088" y="21488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Bundle Adjustment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19088" y="265176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poses &amp; 3D points are jointly refined to minimize reprojection error.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23960" y="2606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›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16276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4A7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53728" y="21488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Dense Reconstruction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253728" y="265176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dense 3D point cloud / mesh of the terrain is generated.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F2F5F7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4632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</a:t>
            </a:r>
            <a:r>
              <a:rPr lang="en-US" sz="13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geometrically accurate 3D terrain model (digital surface/elevation model), built purely from the geometric relationships between many 2D drone images — the core output multi-view geometry makes possible.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B. Binocular Vision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Binocular vision </a:t>
            </a:r>
            <a:r>
              <a:rPr lang="en-US" sz="14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the use of two viewpoints — like human eyes — to perceive depth. In drone mapping, two images taken from slightly different positions along the flight path form a stereo pair used to compute how far away each terrain point is.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400800" cy="3794760"/>
          </a:xfrm>
          <a:prstGeom prst="roundRect">
            <a:avLst>
              <a:gd name="adj" fmla="val 2410"/>
            </a:avLst>
          </a:prstGeom>
          <a:solidFill>
            <a:srgbClr val="F2F5F7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68496" y="497433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5120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Terrain point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 rot="10800000">
            <a:off x="1645920" y="2697480"/>
            <a:ext cx="36576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404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Left view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28800" y="2971800"/>
            <a:ext cx="2194560" cy="205740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rot="10800000">
            <a:off x="2743200" y="2697480"/>
            <a:ext cx="36576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404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Right view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26080" y="2971800"/>
            <a:ext cx="1097280" cy="205740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0" y="2834640"/>
            <a:ext cx="1097280" cy="0"/>
          </a:xfrm>
          <a:prstGeom prst="line">
            <a:avLst/>
          </a:prstGeom>
          <a:noFill/>
          <a:ln w="19050">
            <a:solidFill>
              <a:srgbClr val="5B71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679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(b)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Depth Z ∝  (focal length × baseline) / disparity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23760" y="21488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0" y="20939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Disparity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0" y="238658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Difference in pixel position of the same point between the two images.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23760" y="32004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0" y="3145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0" y="34381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Distance between the two camera (drone) positions when each photo was taken.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23760" y="42519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0" y="4197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Depth from disparity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0" y="44897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Larger disparity = closer object; smaller disparity = farther terrain.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Binocular Vision in Drone Mapping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77340" y="1600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5773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Stereo Pair Selection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Consecutive overlapping frames along the flight path act as the 'left' and 'right' eye.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11980" y="1600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4119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Correspondence Matching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Matching pixels between the pair using feature descriptors (e.g., SIFT/ORB in OpenCV).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46620" y="1600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2466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Disparity Map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dense map of pixel shifts is computed for every matched point (cv2.StereoBM/SGBM).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52560" y="1371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81260" y="1600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812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8972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Elevation Estimate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35440" y="278892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Disparity is converted to height/depth, giving a local terrain elevation estimate.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9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matters for terrain mapping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C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Binocular (stereo) vision gives fast, localized depth for each pair of frames — useful for quick elevation checks — while multi-view geometry later fuses many such pairs across the whole flight into one consistent, globally accurate 3D terrain model.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C. Image Formation -The Pinhole Camera Model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formation </a:t>
            </a:r>
            <a:r>
              <a:rPr lang="en-US" sz="140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describes how light reflected from the 3D terrain passes through the drone's camera lens and is projected onto a 2D sensor, producing the pixel image used by all downstream vision steps.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F2F5F7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0" cy="14630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" y="2715768"/>
            <a:ext cx="164592" cy="164592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Terrain object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0" y="3566160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Lens / aperture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2331720"/>
            <a:ext cx="0" cy="3291840"/>
          </a:xfrm>
          <a:prstGeom prst="line">
            <a:avLst/>
          </a:prstGeom>
          <a:noFill/>
          <a:ln w="25400">
            <a:solidFill>
              <a:srgbClr val="5B71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sensor plane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2880360"/>
            <a:ext cx="0" cy="146304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5952744" y="4343400"/>
            <a:ext cx="164592" cy="164592"/>
          </a:xfrm>
          <a:prstGeom prst="triangl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4416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Inverted image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88720" y="2880360"/>
            <a:ext cx="2697480" cy="73152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88720" y="4343400"/>
            <a:ext cx="269748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886200" y="3611880"/>
            <a:ext cx="2148840" cy="73152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86200" y="3611880"/>
            <a:ext cx="214884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823460" y="3749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89520" y="2066544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19385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18120" y="223113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3D world point P(X,Y,Z) maps to 2D image point p(x,y) through the lens center.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89520" y="3255264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31272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Focal length (f)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18120" y="341985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Distance from lens to sensor; controls scale/zoom of the projected image.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589520" y="4443984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4315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818120" y="460857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Converts incoming light into pixel intensity values, forming the digital image.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Image Formation - Camera Parameters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parameter sets fully describe image formation for a drone camera — and both are needed before multi-view geometry or stereo depth can be computed.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Intrinsic Parameters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3134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Internal to the camera itself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27797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Focal length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3054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Determines image scale and field of view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11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35570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Principal point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38313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the optical axis meets the sensor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71600" y="43342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Pixel size / aspect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46085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Converts physical units to pixel coordinates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51663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66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51114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Lens distortion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53858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Radial/tangential warping to correct for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AA9B5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Extrinsic Parameters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2240" y="23134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4F7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Camera's position in the world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92240" y="283464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49440" y="27797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Rotation (R)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49440" y="3054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F7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Orientation of the drone/camera at capture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361188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611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49440" y="35570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Translation (t)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49440" y="38313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F7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GPS/IMU position of the camera in 3D space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92240" y="438912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9440" y="43342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Changes every frame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49440" y="46085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F7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 continuously as the drone flies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92240" y="516636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5166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49440" y="51114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Feeds multi-view geometry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49440" y="53858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F7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Poses link every image into one 3D model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Putting It All Together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A3763"/>
          </a:solidFill>
          <a:ln w="12700">
            <a:solidFill>
              <a:srgbClr val="3A4A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3055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19842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9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Formation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09160" y="187452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C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Turns raw light from the terrain into usable 2D pixel images (per photo).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A3763"/>
          </a:solidFill>
          <a:ln w="12700">
            <a:solidFill>
              <a:srgbClr val="3A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3649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64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37360" y="3218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9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Binocular Vision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310896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C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Pairs of images estimate local depth/disparity between two nearby viewpoints.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A3763"/>
          </a:solidFill>
          <a:ln w="12700">
            <a:solidFill>
              <a:srgbClr val="3A4A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99432"/>
            <a:ext cx="548640" cy="54864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99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37360" y="44531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9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Multi-View Geometry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434340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C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Fuses all overlapping images and poses into one consistent 3D terrain model.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894</Words>
  <Application>Microsoft Office PowerPoint</Application>
  <PresentationFormat>Widescreen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Jasvinachowdary@outlook.com</cp:lastModifiedBy>
  <cp:revision>6</cp:revision>
  <dcterms:created xsi:type="dcterms:W3CDTF">2026-07-16T03:28:22Z</dcterms:created>
  <dcterms:modified xsi:type="dcterms:W3CDTF">2026-07-21T05:40:57Z</dcterms:modified>
</cp:coreProperties>
</file>